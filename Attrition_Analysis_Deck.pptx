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Attrition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HR Analytics Dataset  |  RandomForest Model  |  People Analytics Portfolio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S Omanwar  |  MBA HRD Candidate  |  Delhi School of Economics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49440" y="731520"/>
            <a:ext cx="1920240" cy="1005840"/>
          </a:xfrm>
          <a:prstGeom prst="rect">
            <a:avLst/>
          </a:prstGeom>
          <a:solidFill>
            <a:srgbClr val="13205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777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949440" y="12984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Analysed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0" y="2103120"/>
            <a:ext cx="1920240" cy="1005840"/>
          </a:xfrm>
          <a:prstGeom prst="rect">
            <a:avLst/>
          </a:prstGeom>
          <a:solidFill>
            <a:srgbClr val="13205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94944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3474720"/>
            <a:ext cx="1920240" cy="1005840"/>
          </a:xfrm>
          <a:prstGeom prst="rect">
            <a:avLst/>
          </a:prstGeom>
          <a:solidFill>
            <a:srgbClr val="13205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3520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4944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employees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(23% of workforce)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6868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60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4.2Cr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replacement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if no 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8686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68680"/>
            <a:ext cx="73152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960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5-9x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1645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targeted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intervention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ATTRITION DRIVERS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2651760" cy="1554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46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Monthly Income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114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Rs 5,000/mo = 3.2x attrition risk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200400"/>
            <a:ext cx="2651760" cy="1554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246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33756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= Yes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4114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employees = 2.8x attrition risk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200400"/>
            <a:ext cx="2651760" cy="1554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246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6364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under 35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4114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churn in early-career cohort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COHORT PROFILE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BAND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60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LEVEL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30759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1-2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960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INCOME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30759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Rs 5,000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77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7249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0" y="22860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28600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377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7249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 Years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28600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377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OPTIONS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7249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 (None)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805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cohort = ~340 employees (23% of workforce) | Avg attrition probability score: 0.61 vs population mean 0.18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LEVERS AND ROI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68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Review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3075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Level 1-2 below market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886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16128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20L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0" y="886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1612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employees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06640" y="886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SAVING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06640" y="11612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1.8Cr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48840"/>
            <a:ext cx="73152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774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Audit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6791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redistribution for flagged employees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2585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53288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8L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0" y="2258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25328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employees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06640" y="2258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SAVING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25328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1.2Cr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74320" y="352044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52044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490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6012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Option Expansion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4050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equity to Job Level 1-2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3630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390448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15L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43600" y="3630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39044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 employees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06640" y="3630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SAVING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39044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1.4Cr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0916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 |  Rs 43L invested  |  ~110 employees retained  |  Rs 4.4Cr saved  |  Implied ROI: 5-9x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EDA: attrition split, tenure and salary distributions, department breakdown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 null check, binary encoding (Gender, OverTime, Attrition), one-hot for multi-category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RandomForest with class_weight=balanced to address 16% positive class imbalance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tuning: 0.5 to 0.15 -- improved attrition recall from 8% to 67%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extraction -- top 5 drivers ranked and validated against EDA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0" cy="411480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4904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review for 340-person high-risk cohort vs. current market rates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901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130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audit -- map workload distribution, identify redistribution options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5420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DAYS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7706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option plan design for Job Level 1-2 employees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1821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model on new data -- track attrition probability score change post-intervention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8221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40507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people analytics function with quarterly attrition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S Omanwar  |  MBA HRD Candidate  |  Delhi School of Economics  |  People Analytics Portfolio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Risk Analysis</dc:title>
  <dc:subject>PptxGenJS Presentation</dc:subject>
  <dc:creator>Om S Omanwar</dc:creator>
  <cp:lastModifiedBy>Om S Omanwar</cp:lastModifiedBy>
  <cp:revision>1</cp:revision>
  <dcterms:created xsi:type="dcterms:W3CDTF">2026-06-04T11:54:18Z</dcterms:created>
  <dcterms:modified xsi:type="dcterms:W3CDTF">2026-06-04T11:54:18Z</dcterms:modified>
</cp:coreProperties>
</file>